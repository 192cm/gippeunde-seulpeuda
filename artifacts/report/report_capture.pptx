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3b1ce834224603" /><Relationship Type="http://schemas.openxmlformats.org/officeDocument/2006/relationships/extended-properties" Target="/docProps/app.xml" Id="R581a9fe12e3c4c33" /><Relationship Type="http://schemas.openxmlformats.org/officeDocument/2006/relationships/officeDocument" Target="/ppt/presentation.xml" Id="Rf315077c59f04e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744fe0456840a0"/>
  </p:sldMasterIdLst>
  <p:notesMasterIdLst>
    <p:notesMasterId xmlns:r="http://schemas.openxmlformats.org/officeDocument/2006/relationships" r:id="Ra934592f61db4b5a"/>
  </p:notesMasterIdLst>
  <p:sldIdLst>
    <p:sldId xmlns:r="http://schemas.openxmlformats.org/officeDocument/2006/relationships" id="256" r:id="Rf023694669774d95"/>
    <p:sldId xmlns:r="http://schemas.openxmlformats.org/officeDocument/2006/relationships" id="257" r:id="R59716cbb562c4076"/>
    <p:sldId xmlns:r="http://schemas.openxmlformats.org/officeDocument/2006/relationships" id="258" r:id="R9a269658474740f8"/>
    <p:sldId xmlns:r="http://schemas.openxmlformats.org/officeDocument/2006/relationships" id="259" r:id="Rcbdbb629c68b4d67"/>
    <p:sldId xmlns:r="http://schemas.openxmlformats.org/officeDocument/2006/relationships" id="260" r:id="Rcefa2a43c0b44c36"/>
    <p:sldId xmlns:r="http://schemas.openxmlformats.org/officeDocument/2006/relationships" id="261" r:id="R1c675aaa98734d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14e1cd26dd469c" /><Relationship Type="http://schemas.openxmlformats.org/officeDocument/2006/relationships/slideMaster" Target="/ppt/slideMasters/slideMaster1.xml" Id="Rcd744fe0456840a0" /><Relationship Type="http://schemas.openxmlformats.org/officeDocument/2006/relationships/notesMaster" Target="/ppt/notesMasters/notesMaster1.xml" Id="Ra934592f61db4b5a" /><Relationship Type="http://schemas.openxmlformats.org/officeDocument/2006/relationships/presProps" Target="/ppt/presProps.xml" Id="R213bf83040b74fb7" /><Relationship Type="http://schemas.openxmlformats.org/officeDocument/2006/relationships/tableStyles" Target="/ppt/tableStyles.xml" Id="Rd6fd9bd1c7aa4da9" /><Relationship Type="http://schemas.openxmlformats.org/officeDocument/2006/relationships/slide" Target="/ppt/slides/slide1.xml" Id="Rf023694669774d95" /><Relationship Type="http://schemas.openxmlformats.org/officeDocument/2006/relationships/slide" Target="/ppt/slides/slide2.xml" Id="R59716cbb562c4076" /><Relationship Type="http://schemas.openxmlformats.org/officeDocument/2006/relationships/slide" Target="/ppt/slides/slide3.xml" Id="R9a269658474740f8" /><Relationship Type="http://schemas.openxmlformats.org/officeDocument/2006/relationships/slide" Target="/ppt/slides/slide4.xml" Id="Rcbdbb629c68b4d67" /><Relationship Type="http://schemas.openxmlformats.org/officeDocument/2006/relationships/slide" Target="/ppt/slides/slide5.xml" Id="Rcefa2a43c0b44c36" /><Relationship Type="http://schemas.openxmlformats.org/officeDocument/2006/relationships/slide" Target="/ppt/slides/slide6.xml" Id="R1c675aaa98734d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47d1d685d546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303234f5a4484b" /><Relationship Type="http://schemas.openxmlformats.org/officeDocument/2006/relationships/notesMaster" Target="/ppt/notesMasters/notesMaster1.xml" Id="R9252cef28ce345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e05adca042486a" /><Relationship Type="http://schemas.openxmlformats.org/officeDocument/2006/relationships/notesMaster" Target="/ppt/notesMasters/notesMaster1.xml" Id="R2d6cfcbb21b54d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428123f75d453e" /><Relationship Type="http://schemas.openxmlformats.org/officeDocument/2006/relationships/notesMaster" Target="/ppt/notesMasters/notesMaster1.xml" Id="R4356b27f753e4d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35a95982644edf" /><Relationship Type="http://schemas.openxmlformats.org/officeDocument/2006/relationships/notesMaster" Target="/ppt/notesMasters/notesMaster1.xml" Id="R29ce9e0609ad45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36d15892694d21" /><Relationship Type="http://schemas.openxmlformats.org/officeDocument/2006/relationships/notesMaster" Target="/ppt/notesMasters/notesMaster1.xml" Id="R8ff18aa4976c41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f45eda9b294bd9" /><Relationship Type="http://schemas.openxmlformats.org/officeDocument/2006/relationships/notesMaster" Target="/ppt/notesMasters/notesMaster1.xml" Id="R2692b697638f4b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9673834d4941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e4e9694008412d" /><Relationship Type="http://schemas.openxmlformats.org/officeDocument/2006/relationships/slideLayout" Target="/ppt/slideLayouts/slideLayout1.xml" Id="R20943a75f6ce4f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943a75f6ce4f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b7730382a44a1" /><Relationship Type="http://schemas.openxmlformats.org/officeDocument/2006/relationships/image" Target="/ppt/media/image.jpeg" Id="R85f62eccb58b45aa" /><Relationship Type="http://schemas.openxmlformats.org/officeDocument/2006/relationships/notesSlide" Target="/ppt/notesSlides/notesSlide1.xml" Id="R779b56f817de4b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f1e5a0730483d" /><Relationship Type="http://schemas.openxmlformats.org/officeDocument/2006/relationships/image" Target="/ppt/media/image2.jpeg" Id="Rf64ea5a4f5b74921" /><Relationship Type="http://schemas.openxmlformats.org/officeDocument/2006/relationships/notesSlide" Target="/ppt/notesSlides/notesSlide2.xml" Id="Rf8e78a00d74942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e020280484c0b" /><Relationship Type="http://schemas.openxmlformats.org/officeDocument/2006/relationships/image" Target="/ppt/media/image3.jpeg" Id="R684101cbeb894388" /><Relationship Type="http://schemas.openxmlformats.org/officeDocument/2006/relationships/notesSlide" Target="/ppt/notesSlides/notesSlide3.xml" Id="R4469c5ed3fc648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4dec388f04343" /><Relationship Type="http://schemas.openxmlformats.org/officeDocument/2006/relationships/image" Target="/ppt/media/image4.jpeg" Id="R5b92cc11107d47f9" /><Relationship Type="http://schemas.openxmlformats.org/officeDocument/2006/relationships/notesSlide" Target="/ppt/notesSlides/notesSlide4.xml" Id="R561ff0fe850b4c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51828ec1244fc" /><Relationship Type="http://schemas.openxmlformats.org/officeDocument/2006/relationships/image" Target="/ppt/media/image5.jpeg" Id="Rfbe86248f533403c" /><Relationship Type="http://schemas.openxmlformats.org/officeDocument/2006/relationships/notesSlide" Target="/ppt/notesSlides/notesSlide5.xml" Id="Rad193df1edf849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13ca9fa744bba" /><Relationship Type="http://schemas.openxmlformats.org/officeDocument/2006/relationships/image" Target="/ppt/media/image6.jpeg" Id="R2106faebd76844a7" /><Relationship Type="http://schemas.openxmlformats.org/officeDocument/2006/relationships/notesSlide" Target="/ppt/notesSlides/notesSlide6.xml" Id="Ra6f87883dc8749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62eccb58b45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847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ea5a4f5b749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3710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101cbeb8943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5910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2cc11107d47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219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86248f53340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9879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6faebd76844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460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2026-06-21T13:30:12.4820000Z</dcterms:created>
  <dcterms:modified xsi:type="dcterms:W3CDTF">2026-06-21T13:30:12.4820000Z</dcterms:modified>
</coreProperties>
</file>